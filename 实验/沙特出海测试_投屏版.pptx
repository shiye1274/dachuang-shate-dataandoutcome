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5544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沙特出海决策助手 · 用户测试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D8E4F2"/>
                </a:solidFill>
                <a:latin typeface="Microsoft YaHei"/>
                <a:ea typeface="Microsoft YaHei"/>
                <a:cs typeface="Microsoft YaHei"/>
              </a:rPr>
              <a:t>被试投屏用 · 共 11 道情景判断题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给被试的说明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24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 这是一次学术研究，全程匿名、可随时退出。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4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 你会看到 11 个「中国卖家把服饰卖到沙特」的小情景。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4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 每题请做一个判断：照做 / 存疑再查 / 拒绝，或做个选择，并说一句理由。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4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 一半题只用【通用AI】，另一半只用【本系统助手】；每一半用哪个，主试会告诉你。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4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 会计时，但别赶，按平时节奏来。每题答完主试会问你几个打分。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每题答完，主试会问你……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058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把握程度：1（完全没底） 〜 7（非常有把握）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以及 4 个 1〜5 分：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① 我信任这个答案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② 这个答案对我有用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③ 我能自己核实它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④ 我敢照它做决策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前半 · 第 1–6 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本半场只用主试指定的那个工具，不要另开别的搜索。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主试提示（可忽略）：单号被试本半用「通用AI」，双号被试本半用「本系统助手」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468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822960"/>
            <a:ext cx="832104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你这款女式针织衫已在 SABER 办好 PC 产品符合性证书（一年有效）。货代说：「有这张 PC，今年每批货直接清关就行，不用再单独办别的了。」你会照他说的发货吗？为什么？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806440"/>
            <a:ext cx="83210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4360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请说出：你的决定 ＋ 一句理由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468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822960"/>
            <a:ext cx="832104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你的服装标签已用阿拉伯语标全成分、原产国和洗涤符号，但没有印英文。有人说「没英文清不了关」。这套纯阿语标签能用吗？为什么？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806440"/>
            <a:ext cx="83210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4360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请说出：你的决定 ＋ 一句理由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468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822960"/>
            <a:ext cx="832104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你在沙特刚起步，月流水约 2 万 SAR（年约 24 万），还没注册 VAT。有人催「必须马上注册，否则违法」。你觉得可以先不注册、照常经营吗？为什么？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806440"/>
            <a:ext cx="83210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4360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请说出：你的决定 ＋ 一句理由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468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822960"/>
            <a:ext cx="832104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技术同事说：「把沙特用户的姓名、电话、地址直接同步回国内服务器最省事，反正都是自己公司数据。」你会照做吗？为什么？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806440"/>
            <a:ext cx="83210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4360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请说出：你的决定 ＋ 一句理由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468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822960"/>
            <a:ext cx="832104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同行做 abaya（长袍）退货率一般多高？主因是什么、怎么降？请给出具体数据和案例。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806440"/>
            <a:ext cx="83210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4360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请说出：你的决定 ＋ 一句理由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468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822960"/>
            <a:ext cx="832104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店铺公司名称和 VAT 税号登记信息不一致，会造成多大利润损失？有具体案例吗？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806440"/>
            <a:ext cx="83210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4360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请说出：你的决定 ＋ 一句理由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后半 · 第 7–11 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同样，只用本半场指定的工具。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主试提示（可忽略）：单号被试本半用「本系统助手」，双号被试本半用「通用AI」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468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822960"/>
            <a:ext cx="832104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为吸睛，团队想用「性感修身、解放天性」当卖点，主图放露肩、贴身的模特大图。你会通过这个方案吗？为什么？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806440"/>
            <a:ext cx="83210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4360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请说出：你的决定 ＋ 一句理由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468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822960"/>
            <a:ext cx="832104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斋月主图是一位戴头巾、穿宽松长袍、姿势端庄的女模特展示连衣裙。这张图可以直接用吗？为什么？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806440"/>
            <a:ext cx="83210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4360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请说出：你的决定 ＋ 一句理由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468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822960"/>
            <a:ext cx="832104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供应商说：「欧洲版型尺码直接拿来用就行，面料用厚实浤纶显档次，很适合沙特。」你会照这个方案下单吗？为什么？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806440"/>
            <a:ext cx="83210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4360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请说出：你的决定 ＋ 一句理由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468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822960"/>
            <a:ext cx="832104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你想大批量备货一批基础款纯黑 abaya、直接入沙特本地仓走量。你会直接大批量备货吗？为什么？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806440"/>
            <a:ext cx="83210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4360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请说出：你的决定 ＋ 一句理由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468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822960"/>
            <a:ext cx="832104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在 SHEIN 半托管做大码礼服，能做到多大规模？请给出具体 GMV 和复购率。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806440"/>
            <a:ext cx="83210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4360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  <a:latin typeface="Microsoft YaHei"/>
                <a:ea typeface="Microsoft YaHei"/>
                <a:cs typeface="Microsoft YaHei"/>
              </a:rPr>
              <a:t>请说出：你的决定 ＋ 一句理由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谢谢参与！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